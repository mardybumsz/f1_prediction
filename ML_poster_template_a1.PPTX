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nl-NL"/>
    </a:defPPr>
    <a:lvl1pPr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1482222" indent="-1159073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2965565" indent="-2319267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4447786" indent="-3478340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5931130" indent="-4638534" algn="l" defTabSz="1482222" rtl="0" eaLnBrk="0" fontAlgn="base" hangingPunct="0">
      <a:spcBef>
        <a:spcPct val="0"/>
      </a:spcBef>
      <a:spcAft>
        <a:spcPct val="0"/>
      </a:spcAft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1615745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1938894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2262043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2585192" algn="l" defTabSz="646298" rtl="0" eaLnBrk="1" latinLnBrk="0" hangingPunct="1">
      <a:defRPr sz="5866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8DB0"/>
    <a:srgbClr val="E2007C"/>
    <a:srgbClr val="A9005D"/>
    <a:srgbClr val="D99423"/>
    <a:srgbClr val="FBAA29"/>
    <a:srgbClr val="B97F1C"/>
    <a:srgbClr val="DBE0E4"/>
    <a:srgbClr val="ED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588AC-E2A7-4141-86C3-4EFDAEB999DD}" v="8" dt="2024-12-09T11:28:46.661"/>
    <p1510:client id="{6D2F3B59-D159-4847-809D-C82FE9835286}" v="29" dt="2024-12-08T23:04:47.5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33" d="100"/>
          <a:sy n="33" d="100"/>
        </p:scale>
        <p:origin x="372" y="-570"/>
      </p:cViewPr>
      <p:guideLst>
        <p:guide orient="horz" pos="9536"/>
        <p:guide pos="673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io Nucibella" userId="759668ec-c36f-4441-b676-c69727e114c9" providerId="ADAL" clId="{600588AC-E2A7-4141-86C3-4EFDAEB999DD}"/>
    <pc:docChg chg="undo custSel modSld">
      <pc:chgData name="Dario Nucibella" userId="759668ec-c36f-4441-b676-c69727e114c9" providerId="ADAL" clId="{600588AC-E2A7-4141-86C3-4EFDAEB999DD}" dt="2024-12-09T11:39:49.315" v="124" actId="1076"/>
      <pc:docMkLst>
        <pc:docMk/>
      </pc:docMkLst>
      <pc:sldChg chg="addSp delSp modSp mod">
        <pc:chgData name="Dario Nucibella" userId="759668ec-c36f-4441-b676-c69727e114c9" providerId="ADAL" clId="{600588AC-E2A7-4141-86C3-4EFDAEB999DD}" dt="2024-12-09T11:39:49.315" v="124" actId="1076"/>
        <pc:sldMkLst>
          <pc:docMk/>
          <pc:sldMk cId="0" sldId="256"/>
        </pc:sldMkLst>
        <pc:spChg chg="mod">
          <ac:chgData name="Dario Nucibella" userId="759668ec-c36f-4441-b676-c69727e114c9" providerId="ADAL" clId="{600588AC-E2A7-4141-86C3-4EFDAEB999DD}" dt="2024-12-09T10:48:21.546" v="18" actId="20577"/>
          <ac:spMkLst>
            <pc:docMk/>
            <pc:sldMk cId="0" sldId="256"/>
            <ac:spMk id="7" creationId="{0FB5E5F6-B34F-46D2-A796-127C437C5B2A}"/>
          </ac:spMkLst>
        </pc:spChg>
        <pc:spChg chg="mod">
          <ac:chgData name="Dario Nucibella" userId="759668ec-c36f-4441-b676-c69727e114c9" providerId="ADAL" clId="{600588AC-E2A7-4141-86C3-4EFDAEB999DD}" dt="2024-12-09T10:49:21.306" v="24" actId="1076"/>
          <ac:spMkLst>
            <pc:docMk/>
            <pc:sldMk cId="0" sldId="256"/>
            <ac:spMk id="8" creationId="{BF8E259B-355D-4707-AC59-2018393E4E82}"/>
          </ac:spMkLst>
        </pc:spChg>
        <pc:spChg chg="mod">
          <ac:chgData name="Dario Nucibella" userId="759668ec-c36f-4441-b676-c69727e114c9" providerId="ADAL" clId="{600588AC-E2A7-4141-86C3-4EFDAEB999DD}" dt="2024-12-09T11:39:49.315" v="124" actId="1076"/>
          <ac:spMkLst>
            <pc:docMk/>
            <pc:sldMk cId="0" sldId="256"/>
            <ac:spMk id="11" creationId="{E3A8A11D-47A7-41A1-B0A4-186B29467AA3}"/>
          </ac:spMkLst>
        </pc:spChg>
        <pc:grpChg chg="add mod">
          <ac:chgData name="Dario Nucibella" userId="759668ec-c36f-4441-b676-c69727e114c9" providerId="ADAL" clId="{600588AC-E2A7-4141-86C3-4EFDAEB999DD}" dt="2024-12-09T11:25:49.205" v="103" actId="1076"/>
          <ac:grpSpMkLst>
            <pc:docMk/>
            <pc:sldMk cId="0" sldId="256"/>
            <ac:grpSpMk id="16" creationId="{ED55B207-786A-80D4-D398-ECB890CD0C26}"/>
          </ac:grpSpMkLst>
        </pc:grpChg>
        <pc:grpChg chg="add mod">
          <ac:chgData name="Dario Nucibella" userId="759668ec-c36f-4441-b676-c69727e114c9" providerId="ADAL" clId="{600588AC-E2A7-4141-86C3-4EFDAEB999DD}" dt="2024-12-09T11:28:46.661" v="123" actId="164"/>
          <ac:grpSpMkLst>
            <pc:docMk/>
            <pc:sldMk cId="0" sldId="256"/>
            <ac:grpSpMk id="22" creationId="{C473F621-EDC5-53E2-6747-CBB0126324D9}"/>
          </ac:grpSpMkLst>
        </pc:grpChg>
        <pc:grpChg chg="mod">
          <ac:chgData name="Dario Nucibella" userId="759668ec-c36f-4441-b676-c69727e114c9" providerId="ADAL" clId="{600588AC-E2A7-4141-86C3-4EFDAEB999DD}" dt="2024-12-09T10:49:30.645" v="25" actId="1076"/>
          <ac:grpSpMkLst>
            <pc:docMk/>
            <pc:sldMk cId="0" sldId="256"/>
            <ac:grpSpMk id="23" creationId="{8AAE49B5-7ADC-5FE2-74AE-E3EE433C0AC8}"/>
          </ac:grpSpMkLst>
        </pc:grpChg>
        <pc:grpChg chg="del">
          <ac:chgData name="Dario Nucibella" userId="759668ec-c36f-4441-b676-c69727e114c9" providerId="ADAL" clId="{600588AC-E2A7-4141-86C3-4EFDAEB999DD}" dt="2024-12-09T11:27:40.728" v="109" actId="478"/>
          <ac:grpSpMkLst>
            <pc:docMk/>
            <pc:sldMk cId="0" sldId="256"/>
            <ac:grpSpMk id="32" creationId="{2A488F8A-907F-7454-502C-C7CEC5BC8BC6}"/>
          </ac:grpSpMkLst>
        </pc:grpChg>
        <pc:grpChg chg="del">
          <ac:chgData name="Dario Nucibella" userId="759668ec-c36f-4441-b676-c69727e114c9" providerId="ADAL" clId="{600588AC-E2A7-4141-86C3-4EFDAEB999DD}" dt="2024-12-09T11:08:46.989" v="92" actId="478"/>
          <ac:grpSpMkLst>
            <pc:docMk/>
            <pc:sldMk cId="0" sldId="256"/>
            <ac:grpSpMk id="43" creationId="{A34CA992-5C96-F91E-184B-B8AC247C1F17}"/>
          </ac:grpSpMkLst>
        </pc:grpChg>
        <pc:graphicFrameChg chg="mod modGraphic">
          <ac:chgData name="Dario Nucibella" userId="759668ec-c36f-4441-b676-c69727e114c9" providerId="ADAL" clId="{600588AC-E2A7-4141-86C3-4EFDAEB999DD}" dt="2024-12-09T11:09:58.634" v="95"/>
          <ac:graphicFrameMkLst>
            <pc:docMk/>
            <pc:sldMk cId="0" sldId="256"/>
            <ac:graphicFrameMk id="19" creationId="{39CEFA37-3F52-7DE0-A5AC-6852FEAA8611}"/>
          </ac:graphicFrameMkLst>
        </pc:graphicFrameChg>
        <pc:picChg chg="add del mod">
          <ac:chgData name="Dario Nucibella" userId="759668ec-c36f-4441-b676-c69727e114c9" providerId="ADAL" clId="{600588AC-E2A7-4141-86C3-4EFDAEB999DD}" dt="2024-12-09T11:07:50.767" v="85" actId="478"/>
          <ac:picMkLst>
            <pc:docMk/>
            <pc:sldMk cId="0" sldId="256"/>
            <ac:picMk id="5" creationId="{C6214E71-81CB-348D-AC59-1F312AC69998}"/>
          </ac:picMkLst>
        </pc:picChg>
        <pc:picChg chg="add mod">
          <ac:chgData name="Dario Nucibella" userId="759668ec-c36f-4441-b676-c69727e114c9" providerId="ADAL" clId="{600588AC-E2A7-4141-86C3-4EFDAEB999DD}" dt="2024-12-09T11:25:43.400" v="102" actId="164"/>
          <ac:picMkLst>
            <pc:docMk/>
            <pc:sldMk cId="0" sldId="256"/>
            <ac:picMk id="13" creationId="{DF8BA4FD-D93C-EA85-2014-DF869D4050AA}"/>
          </ac:picMkLst>
        </pc:picChg>
        <pc:picChg chg="add mod">
          <ac:chgData name="Dario Nucibella" userId="759668ec-c36f-4441-b676-c69727e114c9" providerId="ADAL" clId="{600588AC-E2A7-4141-86C3-4EFDAEB999DD}" dt="2024-12-09T11:25:43.400" v="102" actId="164"/>
          <ac:picMkLst>
            <pc:docMk/>
            <pc:sldMk cId="0" sldId="256"/>
            <ac:picMk id="15" creationId="{991E8B7A-6DA4-9BF1-38B6-47EEB3E5A3D5}"/>
          </ac:picMkLst>
        </pc:picChg>
        <pc:picChg chg="add mod">
          <ac:chgData name="Dario Nucibella" userId="759668ec-c36f-4441-b676-c69727e114c9" providerId="ADAL" clId="{600588AC-E2A7-4141-86C3-4EFDAEB999DD}" dt="2024-12-09T11:28:46.661" v="123" actId="164"/>
          <ac:picMkLst>
            <pc:docMk/>
            <pc:sldMk cId="0" sldId="256"/>
            <ac:picMk id="18" creationId="{0F655458-5820-80BF-6312-BB0384D1C6B8}"/>
          </ac:picMkLst>
        </pc:picChg>
        <pc:picChg chg="add mod">
          <ac:chgData name="Dario Nucibella" userId="759668ec-c36f-4441-b676-c69727e114c9" providerId="ADAL" clId="{600588AC-E2A7-4141-86C3-4EFDAEB999DD}" dt="2024-12-09T11:28:46.661" v="123" actId="164"/>
          <ac:picMkLst>
            <pc:docMk/>
            <pc:sldMk cId="0" sldId="256"/>
            <ac:picMk id="21" creationId="{20510367-3C11-439F-D705-7E0AF9CC39A0}"/>
          </ac:picMkLst>
        </pc:picChg>
        <pc:picChg chg="mod">
          <ac:chgData name="Dario Nucibella" userId="759668ec-c36f-4441-b676-c69727e114c9" providerId="ADAL" clId="{600588AC-E2A7-4141-86C3-4EFDAEB999DD}" dt="2024-12-09T10:49:14.954" v="21" actId="14100"/>
          <ac:picMkLst>
            <pc:docMk/>
            <pc:sldMk cId="0" sldId="256"/>
            <ac:picMk id="24" creationId="{D2FBE28F-808B-0DD9-6F3B-CC194415C1C5}"/>
          </ac:picMkLst>
        </pc:picChg>
        <pc:picChg chg="mod">
          <ac:chgData name="Dario Nucibella" userId="759668ec-c36f-4441-b676-c69727e114c9" providerId="ADAL" clId="{600588AC-E2A7-4141-86C3-4EFDAEB999DD}" dt="2024-12-09T10:49:19.283" v="22" actId="1076"/>
          <ac:picMkLst>
            <pc:docMk/>
            <pc:sldMk cId="0" sldId="256"/>
            <ac:picMk id="25" creationId="{733602DB-E568-2187-DE7C-1D288925FDCA}"/>
          </ac:picMkLst>
        </pc:picChg>
        <pc:picChg chg="del topLvl">
          <ac:chgData name="Dario Nucibella" userId="759668ec-c36f-4441-b676-c69727e114c9" providerId="ADAL" clId="{600588AC-E2A7-4141-86C3-4EFDAEB999DD}" dt="2024-12-09T11:27:40.728" v="109" actId="478"/>
          <ac:picMkLst>
            <pc:docMk/>
            <pc:sldMk cId="0" sldId="256"/>
            <ac:picMk id="29" creationId="{9B49E80E-158A-7346-87FA-1FD3C923586C}"/>
          </ac:picMkLst>
        </pc:picChg>
        <pc:picChg chg="del topLvl">
          <ac:chgData name="Dario Nucibella" userId="759668ec-c36f-4441-b676-c69727e114c9" providerId="ADAL" clId="{600588AC-E2A7-4141-86C3-4EFDAEB999DD}" dt="2024-12-09T11:28:07.229" v="117" actId="478"/>
          <ac:picMkLst>
            <pc:docMk/>
            <pc:sldMk cId="0" sldId="256"/>
            <ac:picMk id="31" creationId="{C8C14A41-362E-B456-D839-86655D7F1D96}"/>
          </ac:picMkLst>
        </pc:picChg>
        <pc:picChg chg="del topLvl">
          <ac:chgData name="Dario Nucibella" userId="759668ec-c36f-4441-b676-c69727e114c9" providerId="ADAL" clId="{600588AC-E2A7-4141-86C3-4EFDAEB999DD}" dt="2024-12-09T11:08:46.989" v="92" actId="478"/>
          <ac:picMkLst>
            <pc:docMk/>
            <pc:sldMk cId="0" sldId="256"/>
            <ac:picMk id="44" creationId="{87FE4C58-367C-6174-6B84-B99FAD19F45A}"/>
          </ac:picMkLst>
        </pc:picChg>
        <pc:picChg chg="del topLvl">
          <ac:chgData name="Dario Nucibella" userId="759668ec-c36f-4441-b676-c69727e114c9" providerId="ADAL" clId="{600588AC-E2A7-4141-86C3-4EFDAEB999DD}" dt="2024-12-09T11:25:23.763" v="97" actId="478"/>
          <ac:picMkLst>
            <pc:docMk/>
            <pc:sldMk cId="0" sldId="256"/>
            <ac:picMk id="45" creationId="{3CCFC071-CE87-9D5F-9446-C5CD258BEA47}"/>
          </ac:picMkLst>
        </pc:picChg>
      </pc:sldChg>
    </pc:docChg>
  </pc:docChgLst>
  <pc:docChgLst>
    <pc:chgData name="Dario Nucibella" userId="759668ec-c36f-4441-b676-c69727e114c9" providerId="ADAL" clId="{394510E4-3CB7-4F75-A650-2CDE99FC6C3C}"/>
    <pc:docChg chg="undo custSel modSld">
      <pc:chgData name="Dario Nucibella" userId="759668ec-c36f-4441-b676-c69727e114c9" providerId="ADAL" clId="{394510E4-3CB7-4F75-A650-2CDE99FC6C3C}" dt="2024-12-06T21:46:18.810" v="1544" actId="20577"/>
      <pc:docMkLst>
        <pc:docMk/>
      </pc:docMkLst>
      <pc:sldChg chg="modSp mod">
        <pc:chgData name="Dario Nucibella" userId="759668ec-c36f-4441-b676-c69727e114c9" providerId="ADAL" clId="{394510E4-3CB7-4F75-A650-2CDE99FC6C3C}" dt="2024-12-06T21:46:18.810" v="1544" actId="20577"/>
        <pc:sldMkLst>
          <pc:docMk/>
          <pc:sldMk cId="0" sldId="256"/>
        </pc:sldMkLst>
        <pc:spChg chg="mod">
          <ac:chgData name="Dario Nucibella" userId="759668ec-c36f-4441-b676-c69727e114c9" providerId="ADAL" clId="{394510E4-3CB7-4F75-A650-2CDE99FC6C3C}" dt="2024-12-06T20:48:35.022" v="153" actId="20577"/>
          <ac:spMkLst>
            <pc:docMk/>
            <pc:sldMk cId="0" sldId="256"/>
            <ac:spMk id="2" creationId="{B93C3E51-BAFB-4305-BC1D-47F3C9F8ADD7}"/>
          </ac:spMkLst>
        </pc:spChg>
        <pc:spChg chg="mod">
          <ac:chgData name="Dario Nucibella" userId="759668ec-c36f-4441-b676-c69727e114c9" providerId="ADAL" clId="{394510E4-3CB7-4F75-A650-2CDE99FC6C3C}" dt="2024-12-06T20:47:16.320" v="144" actId="1076"/>
          <ac:spMkLst>
            <pc:docMk/>
            <pc:sldMk cId="0" sldId="256"/>
            <ac:spMk id="3" creationId="{8021C6AC-E675-4A2D-B099-5459246F9FF0}"/>
          </ac:spMkLst>
        </pc:spChg>
        <pc:spChg chg="mod">
          <ac:chgData name="Dario Nucibella" userId="759668ec-c36f-4441-b676-c69727e114c9" providerId="ADAL" clId="{394510E4-3CB7-4F75-A650-2CDE99FC6C3C}" dt="2024-12-06T21:46:18.810" v="1544" actId="20577"/>
          <ac:spMkLst>
            <pc:docMk/>
            <pc:sldMk cId="0" sldId="256"/>
            <ac:spMk id="7" creationId="{0FB5E5F6-B34F-46D2-A796-127C437C5B2A}"/>
          </ac:spMkLst>
        </pc:spChg>
        <pc:spChg chg="mod">
          <ac:chgData name="Dario Nucibella" userId="759668ec-c36f-4441-b676-c69727e114c9" providerId="ADAL" clId="{394510E4-3CB7-4F75-A650-2CDE99FC6C3C}" dt="2024-12-06T21:38:09.636" v="1505" actId="1076"/>
          <ac:spMkLst>
            <pc:docMk/>
            <pc:sldMk cId="0" sldId="256"/>
            <ac:spMk id="8" creationId="{BF8E259B-355D-4707-AC59-2018393E4E82}"/>
          </ac:spMkLst>
        </pc:spChg>
      </pc:sldChg>
    </pc:docChg>
  </pc:docChgLst>
  <pc:docChgLst>
    <pc:chgData name="Dario Nucibella" userId="759668ec-c36f-4441-b676-c69727e114c9" providerId="ADAL" clId="{6D2F3B59-D159-4847-809D-C82FE9835286}"/>
    <pc:docChg chg="undo redo custSel modSld">
      <pc:chgData name="Dario Nucibella" userId="759668ec-c36f-4441-b676-c69727e114c9" providerId="ADAL" clId="{6D2F3B59-D159-4847-809D-C82FE9835286}" dt="2024-12-08T23:10:11.339" v="4450" actId="20577"/>
      <pc:docMkLst>
        <pc:docMk/>
      </pc:docMkLst>
      <pc:sldChg chg="addSp delSp modSp mod">
        <pc:chgData name="Dario Nucibella" userId="759668ec-c36f-4441-b676-c69727e114c9" providerId="ADAL" clId="{6D2F3B59-D159-4847-809D-C82FE9835286}" dt="2024-12-08T23:10:11.339" v="4450" actId="20577"/>
        <pc:sldMkLst>
          <pc:docMk/>
          <pc:sldMk cId="0" sldId="256"/>
        </pc:sldMkLst>
        <pc:spChg chg="mod">
          <ac:chgData name="Dario Nucibella" userId="759668ec-c36f-4441-b676-c69727e114c9" providerId="ADAL" clId="{6D2F3B59-D159-4847-809D-C82FE9835286}" dt="2024-12-08T20:39:53.063" v="2183" actId="1076"/>
          <ac:spMkLst>
            <pc:docMk/>
            <pc:sldMk cId="0" sldId="256"/>
            <ac:spMk id="7" creationId="{0FB5E5F6-B34F-46D2-A796-127C437C5B2A}"/>
          </ac:spMkLst>
        </pc:spChg>
        <pc:spChg chg="mod">
          <ac:chgData name="Dario Nucibella" userId="759668ec-c36f-4441-b676-c69727e114c9" providerId="ADAL" clId="{6D2F3B59-D159-4847-809D-C82FE9835286}" dt="2024-12-08T20:59:58.959" v="2848" actId="20577"/>
          <ac:spMkLst>
            <pc:docMk/>
            <pc:sldMk cId="0" sldId="256"/>
            <ac:spMk id="8" creationId="{BF8E259B-355D-4707-AC59-2018393E4E82}"/>
          </ac:spMkLst>
        </pc:spChg>
        <pc:spChg chg="mod">
          <ac:chgData name="Dario Nucibella" userId="759668ec-c36f-4441-b676-c69727e114c9" providerId="ADAL" clId="{6D2F3B59-D159-4847-809D-C82FE9835286}" dt="2024-12-08T21:01:29.555" v="2862" actId="1076"/>
          <ac:spMkLst>
            <pc:docMk/>
            <pc:sldMk cId="0" sldId="256"/>
            <ac:spMk id="9" creationId="{28763F00-970B-45AA-9636-1B4370F14117}"/>
          </ac:spMkLst>
        </pc:spChg>
        <pc:spChg chg="mod">
          <ac:chgData name="Dario Nucibella" userId="759668ec-c36f-4441-b676-c69727e114c9" providerId="ADAL" clId="{6D2F3B59-D159-4847-809D-C82FE9835286}" dt="2024-12-08T23:03:57.999" v="4382" actId="20577"/>
          <ac:spMkLst>
            <pc:docMk/>
            <pc:sldMk cId="0" sldId="256"/>
            <ac:spMk id="10" creationId="{48A88D48-15C5-40DD-A9F3-FC3F05C6C73E}"/>
          </ac:spMkLst>
        </pc:spChg>
        <pc:spChg chg="mod">
          <ac:chgData name="Dario Nucibella" userId="759668ec-c36f-4441-b676-c69727e114c9" providerId="ADAL" clId="{6D2F3B59-D159-4847-809D-C82FE9835286}" dt="2024-12-08T23:10:11.339" v="4450" actId="20577"/>
          <ac:spMkLst>
            <pc:docMk/>
            <pc:sldMk cId="0" sldId="256"/>
            <ac:spMk id="11" creationId="{E3A8A11D-47A7-41A1-B0A4-186B29467AA3}"/>
          </ac:spMkLst>
        </pc:spChg>
        <pc:spChg chg="add del mod">
          <ac:chgData name="Dario Nucibella" userId="759668ec-c36f-4441-b676-c69727e114c9" providerId="ADAL" clId="{6D2F3B59-D159-4847-809D-C82FE9835286}" dt="2024-12-08T22:48:18.778" v="3971" actId="478"/>
          <ac:spMkLst>
            <pc:docMk/>
            <pc:sldMk cId="0" sldId="256"/>
            <ac:spMk id="39" creationId="{36AD17E2-599D-6640-156B-67AB872C8132}"/>
          </ac:spMkLst>
        </pc:spChg>
        <pc:grpChg chg="add del mod">
          <ac:chgData name="Dario Nucibella" userId="759668ec-c36f-4441-b676-c69727e114c9" providerId="ADAL" clId="{6D2F3B59-D159-4847-809D-C82FE9835286}" dt="2024-12-08T20:59:46.601" v="2836" actId="478"/>
          <ac:grpSpMkLst>
            <pc:docMk/>
            <pc:sldMk cId="0" sldId="256"/>
            <ac:grpSpMk id="18" creationId="{C739C418-4338-336B-9C83-A80BCB0A0645}"/>
          </ac:grpSpMkLst>
        </pc:grpChg>
        <pc:grpChg chg="add mod">
          <ac:chgData name="Dario Nucibella" userId="759668ec-c36f-4441-b676-c69727e114c9" providerId="ADAL" clId="{6D2F3B59-D159-4847-809D-C82FE9835286}" dt="2024-12-08T20:59:54.376" v="2846"/>
          <ac:grpSpMkLst>
            <pc:docMk/>
            <pc:sldMk cId="0" sldId="256"/>
            <ac:grpSpMk id="20" creationId="{607A5BB6-EB90-FE7A-90C8-75D40524CAD3}"/>
          </ac:grpSpMkLst>
        </pc:grpChg>
        <pc:grpChg chg="add mod">
          <ac:chgData name="Dario Nucibella" userId="759668ec-c36f-4441-b676-c69727e114c9" providerId="ADAL" clId="{6D2F3B59-D159-4847-809D-C82FE9835286}" dt="2024-12-08T21:01:05.077" v="2858" actId="1076"/>
          <ac:grpSpMkLst>
            <pc:docMk/>
            <pc:sldMk cId="0" sldId="256"/>
            <ac:grpSpMk id="23" creationId="{8AAE49B5-7ADC-5FE2-74AE-E3EE433C0AC8}"/>
          </ac:grpSpMkLst>
        </pc:grpChg>
        <pc:grpChg chg="add mod">
          <ac:chgData name="Dario Nucibella" userId="759668ec-c36f-4441-b676-c69727e114c9" providerId="ADAL" clId="{6D2F3B59-D159-4847-809D-C82FE9835286}" dt="2024-12-08T23:05:07.032" v="4397" actId="1076"/>
          <ac:grpSpMkLst>
            <pc:docMk/>
            <pc:sldMk cId="0" sldId="256"/>
            <ac:grpSpMk id="32" creationId="{2A488F8A-907F-7454-502C-C7CEC5BC8BC6}"/>
          </ac:grpSpMkLst>
        </pc:grpChg>
        <pc:grpChg chg="add del mod">
          <ac:chgData name="Dario Nucibella" userId="759668ec-c36f-4441-b676-c69727e114c9" providerId="ADAL" clId="{6D2F3B59-D159-4847-809D-C82FE9835286}" dt="2024-12-08T22:08:24.955" v="2981" actId="478"/>
          <ac:grpSpMkLst>
            <pc:docMk/>
            <pc:sldMk cId="0" sldId="256"/>
            <ac:grpSpMk id="33" creationId="{67F0FD0F-B549-B240-DC56-93F92E5AD698}"/>
          </ac:grpSpMkLst>
        </pc:grpChg>
        <pc:grpChg chg="add del mod">
          <ac:chgData name="Dario Nucibella" userId="759668ec-c36f-4441-b676-c69727e114c9" providerId="ADAL" clId="{6D2F3B59-D159-4847-809D-C82FE9835286}" dt="2024-12-08T22:53:03.604" v="4033" actId="478"/>
          <ac:grpSpMkLst>
            <pc:docMk/>
            <pc:sldMk cId="0" sldId="256"/>
            <ac:grpSpMk id="36" creationId="{9C1F9D67-4949-38B2-66AD-7461BC831122}"/>
          </ac:grpSpMkLst>
        </pc:grpChg>
        <pc:grpChg chg="add del mod">
          <ac:chgData name="Dario Nucibella" userId="759668ec-c36f-4441-b676-c69727e114c9" providerId="ADAL" clId="{6D2F3B59-D159-4847-809D-C82FE9835286}" dt="2024-12-08T23:04:50.585" v="4395" actId="478"/>
          <ac:grpSpMkLst>
            <pc:docMk/>
            <pc:sldMk cId="0" sldId="256"/>
            <ac:grpSpMk id="40" creationId="{4079857B-B986-2E0B-E56A-900C1F12B9B1}"/>
          </ac:grpSpMkLst>
        </pc:grpChg>
        <pc:grpChg chg="add mod">
          <ac:chgData name="Dario Nucibella" userId="759668ec-c36f-4441-b676-c69727e114c9" providerId="ADAL" clId="{6D2F3B59-D159-4847-809D-C82FE9835286}" dt="2024-12-08T23:04:55.745" v="4396" actId="1076"/>
          <ac:grpSpMkLst>
            <pc:docMk/>
            <pc:sldMk cId="0" sldId="256"/>
            <ac:grpSpMk id="43" creationId="{A34CA992-5C96-F91E-184B-B8AC247C1F17}"/>
          </ac:grpSpMkLst>
        </pc:grpChg>
        <pc:graphicFrameChg chg="add mod modGraphic">
          <ac:chgData name="Dario Nucibella" userId="759668ec-c36f-4441-b676-c69727e114c9" providerId="ADAL" clId="{6D2F3B59-D159-4847-809D-C82FE9835286}" dt="2024-12-08T22:51:24.759" v="4007" actId="14100"/>
          <ac:graphicFrameMkLst>
            <pc:docMk/>
            <pc:sldMk cId="0" sldId="256"/>
            <ac:graphicFrameMk id="19" creationId="{39CEFA37-3F52-7DE0-A5AC-6852FEAA8611}"/>
          </ac:graphicFrameMkLst>
        </pc:graphicFrameChg>
        <pc:picChg chg="add mod">
          <ac:chgData name="Dario Nucibella" userId="759668ec-c36f-4441-b676-c69727e114c9" providerId="ADAL" clId="{6D2F3B59-D159-4847-809D-C82FE9835286}" dt="2024-12-08T20:34:09.268" v="2109" actId="1076"/>
          <ac:picMkLst>
            <pc:docMk/>
            <pc:sldMk cId="0" sldId="256"/>
            <ac:picMk id="5" creationId="{A66BC1A9-E96E-7B2E-AA1D-DD80BA721D06}"/>
          </ac:picMkLst>
        </pc:picChg>
        <pc:picChg chg="add del">
          <ac:chgData name="Dario Nucibella" userId="759668ec-c36f-4441-b676-c69727e114c9" providerId="ADAL" clId="{6D2F3B59-D159-4847-809D-C82FE9835286}" dt="2024-12-08T20:20:36.903" v="1625" actId="478"/>
          <ac:picMkLst>
            <pc:docMk/>
            <pc:sldMk cId="0" sldId="256"/>
            <ac:picMk id="13" creationId="{260E4F56-E53D-DD17-B04B-1DC953761104}"/>
          </ac:picMkLst>
        </pc:picChg>
        <pc:picChg chg="add del mod">
          <ac:chgData name="Dario Nucibella" userId="759668ec-c36f-4441-b676-c69727e114c9" providerId="ADAL" clId="{6D2F3B59-D159-4847-809D-C82FE9835286}" dt="2024-12-08T20:20:35.301" v="1624" actId="478"/>
          <ac:picMkLst>
            <pc:docMk/>
            <pc:sldMk cId="0" sldId="256"/>
            <ac:picMk id="15" creationId="{7969DAEC-70EB-C8D7-37F0-94925EF61ADF}"/>
          </ac:picMkLst>
        </pc:picChg>
        <pc:picChg chg="add mod">
          <ac:chgData name="Dario Nucibella" userId="759668ec-c36f-4441-b676-c69727e114c9" providerId="ADAL" clId="{6D2F3B59-D159-4847-809D-C82FE9835286}" dt="2024-12-08T20:34:12.626" v="2110" actId="1076"/>
          <ac:picMkLst>
            <pc:docMk/>
            <pc:sldMk cId="0" sldId="256"/>
            <ac:picMk id="17" creationId="{E578C9A2-78C4-B747-CB5F-CB2661191298}"/>
          </ac:picMkLst>
        </pc:picChg>
        <pc:picChg chg="mod">
          <ac:chgData name="Dario Nucibella" userId="759668ec-c36f-4441-b676-c69727e114c9" providerId="ADAL" clId="{6D2F3B59-D159-4847-809D-C82FE9835286}" dt="2024-12-08T20:59:54.376" v="2846"/>
          <ac:picMkLst>
            <pc:docMk/>
            <pc:sldMk cId="0" sldId="256"/>
            <ac:picMk id="21" creationId="{E31C6B88-EE6C-CD99-7675-6713D3934C01}"/>
          </ac:picMkLst>
        </pc:picChg>
        <pc:picChg chg="mod">
          <ac:chgData name="Dario Nucibella" userId="759668ec-c36f-4441-b676-c69727e114c9" providerId="ADAL" clId="{6D2F3B59-D159-4847-809D-C82FE9835286}" dt="2024-12-08T20:59:54.376" v="2846"/>
          <ac:picMkLst>
            <pc:docMk/>
            <pc:sldMk cId="0" sldId="256"/>
            <ac:picMk id="22" creationId="{35674652-DD0E-CC14-6718-16AA0EF13F03}"/>
          </ac:picMkLst>
        </pc:picChg>
        <pc:picChg chg="mod">
          <ac:chgData name="Dario Nucibella" userId="759668ec-c36f-4441-b676-c69727e114c9" providerId="ADAL" clId="{6D2F3B59-D159-4847-809D-C82FE9835286}" dt="2024-12-08T21:00:01.351" v="2849"/>
          <ac:picMkLst>
            <pc:docMk/>
            <pc:sldMk cId="0" sldId="256"/>
            <ac:picMk id="24" creationId="{D2FBE28F-808B-0DD9-6F3B-CC194415C1C5}"/>
          </ac:picMkLst>
        </pc:picChg>
        <pc:picChg chg="mod">
          <ac:chgData name="Dario Nucibella" userId="759668ec-c36f-4441-b676-c69727e114c9" providerId="ADAL" clId="{6D2F3B59-D159-4847-809D-C82FE9835286}" dt="2024-12-08T21:00:01.351" v="2849"/>
          <ac:picMkLst>
            <pc:docMk/>
            <pc:sldMk cId="0" sldId="256"/>
            <ac:picMk id="25" creationId="{733602DB-E568-2187-DE7C-1D288925FDCA}"/>
          </ac:picMkLst>
        </pc:picChg>
        <pc:picChg chg="add mod">
          <ac:chgData name="Dario Nucibella" userId="759668ec-c36f-4441-b676-c69727e114c9" providerId="ADAL" clId="{6D2F3B59-D159-4847-809D-C82FE9835286}" dt="2024-12-08T23:04:09.899" v="4384" actId="1076"/>
          <ac:picMkLst>
            <pc:docMk/>
            <pc:sldMk cId="0" sldId="256"/>
            <ac:picMk id="27" creationId="{72D99CD3-D4F8-BEEC-9F91-9691400DE1C0}"/>
          </ac:picMkLst>
        </pc:picChg>
        <pc:picChg chg="add mod">
          <ac:chgData name="Dario Nucibella" userId="759668ec-c36f-4441-b676-c69727e114c9" providerId="ADAL" clId="{6D2F3B59-D159-4847-809D-C82FE9835286}" dt="2024-12-08T23:04:45.613" v="4392" actId="1076"/>
          <ac:picMkLst>
            <pc:docMk/>
            <pc:sldMk cId="0" sldId="256"/>
            <ac:picMk id="29" creationId="{9B49E80E-158A-7346-87FA-1FD3C923586C}"/>
          </ac:picMkLst>
        </pc:picChg>
        <pc:picChg chg="add mod">
          <ac:chgData name="Dario Nucibella" userId="759668ec-c36f-4441-b676-c69727e114c9" providerId="ADAL" clId="{6D2F3B59-D159-4847-809D-C82FE9835286}" dt="2024-12-08T23:04:34.344" v="4389" actId="14100"/>
          <ac:picMkLst>
            <pc:docMk/>
            <pc:sldMk cId="0" sldId="256"/>
            <ac:picMk id="31" creationId="{C8C14A41-362E-B456-D839-86655D7F1D96}"/>
          </ac:picMkLst>
        </pc:picChg>
        <pc:picChg chg="mod">
          <ac:chgData name="Dario Nucibella" userId="759668ec-c36f-4441-b676-c69727e114c9" providerId="ADAL" clId="{6D2F3B59-D159-4847-809D-C82FE9835286}" dt="2024-12-08T21:13:50.210" v="2958"/>
          <ac:picMkLst>
            <pc:docMk/>
            <pc:sldMk cId="0" sldId="256"/>
            <ac:picMk id="34" creationId="{6C0C9330-CB71-244C-60A6-E601EF4E4D88}"/>
          </ac:picMkLst>
        </pc:picChg>
        <pc:picChg chg="mod">
          <ac:chgData name="Dario Nucibella" userId="759668ec-c36f-4441-b676-c69727e114c9" providerId="ADAL" clId="{6D2F3B59-D159-4847-809D-C82FE9835286}" dt="2024-12-08T21:13:50.210" v="2958"/>
          <ac:picMkLst>
            <pc:docMk/>
            <pc:sldMk cId="0" sldId="256"/>
            <ac:picMk id="35" creationId="{DB2DD5C1-311E-033E-2BB0-725BF773A0AB}"/>
          </ac:picMkLst>
        </pc:picChg>
        <pc:picChg chg="mod">
          <ac:chgData name="Dario Nucibella" userId="759668ec-c36f-4441-b676-c69727e114c9" providerId="ADAL" clId="{6D2F3B59-D159-4847-809D-C82FE9835286}" dt="2024-12-08T22:08:26.537" v="2982"/>
          <ac:picMkLst>
            <pc:docMk/>
            <pc:sldMk cId="0" sldId="256"/>
            <ac:picMk id="37" creationId="{8BF1D536-1CB0-FA60-2FBE-5C466115B6FB}"/>
          </ac:picMkLst>
        </pc:picChg>
        <pc:picChg chg="mod">
          <ac:chgData name="Dario Nucibella" userId="759668ec-c36f-4441-b676-c69727e114c9" providerId="ADAL" clId="{6D2F3B59-D159-4847-809D-C82FE9835286}" dt="2024-12-08T22:08:26.537" v="2982"/>
          <ac:picMkLst>
            <pc:docMk/>
            <pc:sldMk cId="0" sldId="256"/>
            <ac:picMk id="38" creationId="{7584D151-1F6E-76F1-8A2F-9FB0E157C89C}"/>
          </ac:picMkLst>
        </pc:picChg>
        <pc:picChg chg="mod">
          <ac:chgData name="Dario Nucibella" userId="759668ec-c36f-4441-b676-c69727e114c9" providerId="ADAL" clId="{6D2F3B59-D159-4847-809D-C82FE9835286}" dt="2024-12-08T22:53:02.246" v="4032"/>
          <ac:picMkLst>
            <pc:docMk/>
            <pc:sldMk cId="0" sldId="256"/>
            <ac:picMk id="41" creationId="{97759006-6457-E273-B4C0-57D48891272C}"/>
          </ac:picMkLst>
        </pc:picChg>
        <pc:picChg chg="mod">
          <ac:chgData name="Dario Nucibella" userId="759668ec-c36f-4441-b676-c69727e114c9" providerId="ADAL" clId="{6D2F3B59-D159-4847-809D-C82FE9835286}" dt="2024-12-08T22:53:02.246" v="4032"/>
          <ac:picMkLst>
            <pc:docMk/>
            <pc:sldMk cId="0" sldId="256"/>
            <ac:picMk id="42" creationId="{D8C2C005-16DE-0C30-773C-657F34ED06A7}"/>
          </ac:picMkLst>
        </pc:picChg>
        <pc:picChg chg="mod">
          <ac:chgData name="Dario Nucibella" userId="759668ec-c36f-4441-b676-c69727e114c9" providerId="ADAL" clId="{6D2F3B59-D159-4847-809D-C82FE9835286}" dt="2024-12-08T23:04:47.584" v="4393"/>
          <ac:picMkLst>
            <pc:docMk/>
            <pc:sldMk cId="0" sldId="256"/>
            <ac:picMk id="44" creationId="{87FE4C58-367C-6174-6B84-B99FAD19F45A}"/>
          </ac:picMkLst>
        </pc:picChg>
        <pc:picChg chg="mod">
          <ac:chgData name="Dario Nucibella" userId="759668ec-c36f-4441-b676-c69727e114c9" providerId="ADAL" clId="{6D2F3B59-D159-4847-809D-C82FE9835286}" dt="2024-12-08T23:04:47.584" v="4393"/>
          <ac:picMkLst>
            <pc:docMk/>
            <pc:sldMk cId="0" sldId="256"/>
            <ac:picMk id="45" creationId="{3CCFC071-CE87-9D5F-9446-C5CD258BEA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>
          <a:xfrm>
            <a:off x="1830750" y="10186431"/>
            <a:ext cx="17706153" cy="1851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1113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8"/>
          <p:cNvSpPr>
            <a:spLocks noChangeArrowheads="1"/>
          </p:cNvSpPr>
          <p:nvPr userDrawn="1"/>
        </p:nvSpPr>
        <p:spPr bwMode="auto">
          <a:xfrm>
            <a:off x="3" y="1"/>
            <a:ext cx="21383622" cy="42777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 eaLnBrk="1" hangingPunct="1"/>
            <a:endParaRPr lang="en-US" altLang="nl-NL" sz="1777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hthoek 10"/>
          <p:cNvSpPr/>
          <p:nvPr userDrawn="1"/>
        </p:nvSpPr>
        <p:spPr>
          <a:xfrm>
            <a:off x="0" y="1"/>
            <a:ext cx="21383625" cy="206249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481882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nl-NL" sz="4143"/>
          </a:p>
        </p:txBody>
      </p:sp>
      <p:pic>
        <p:nvPicPr>
          <p:cNvPr id="8" name="Afbeelding 7" descr="KULEUVEN_CMYK_LOGO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89" y="1145300"/>
            <a:ext cx="6414751" cy="2291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1830750" y="5041653"/>
            <a:ext cx="17706153" cy="45833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830750" y="10186431"/>
            <a:ext cx="17706153" cy="18513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1481173" rtl="0" eaLnBrk="0" fontAlgn="base" hangingPunct="0">
        <a:spcBef>
          <a:spcPct val="0"/>
        </a:spcBef>
        <a:spcAft>
          <a:spcPct val="0"/>
        </a:spcAft>
        <a:defRPr sz="13420" kern="1200">
          <a:solidFill>
            <a:schemeClr val="tx2"/>
          </a:solidFill>
          <a:latin typeface="Arial"/>
          <a:ea typeface="ＭＳ Ｐゴシック" pitchFamily="-111" charset="-128"/>
          <a:cs typeface="Arial"/>
        </a:defRPr>
      </a:lvl1pPr>
      <a:lvl2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2pPr>
      <a:lvl3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3pPr>
      <a:lvl4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4pPr>
      <a:lvl5pPr algn="l" defTabSz="1481173" rtl="0" eaLnBrk="0" fontAlgn="base" hangingPunct="0">
        <a:spcBef>
          <a:spcPct val="0"/>
        </a:spcBef>
        <a:spcAft>
          <a:spcPct val="0"/>
        </a:spcAft>
        <a:defRPr sz="13420">
          <a:solidFill>
            <a:srgbClr val="158CAF"/>
          </a:solidFill>
          <a:latin typeface="Arial" pitchFamily="-111" charset="0"/>
          <a:ea typeface="ＭＳ Ｐゴシック" pitchFamily="-111" charset="-128"/>
          <a:cs typeface="Arial" panose="020B0604020202020204" pitchFamily="34" charset="0"/>
        </a:defRPr>
      </a:lvl5pPr>
      <a:lvl6pPr marL="322920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6pPr>
      <a:lvl7pPr marL="64584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7pPr>
      <a:lvl8pPr marL="96876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8pPr>
      <a:lvl9pPr marL="1291681" algn="l" defTabSz="1481173" rtl="0" fontAlgn="base">
        <a:spcBef>
          <a:spcPct val="0"/>
        </a:spcBef>
        <a:spcAft>
          <a:spcPct val="0"/>
        </a:spcAft>
        <a:defRPr sz="13420">
          <a:solidFill>
            <a:srgbClr val="FFFFFF"/>
          </a:solidFill>
          <a:latin typeface="Arial" pitchFamily="-111" charset="0"/>
          <a:ea typeface="ＭＳ Ｐゴシック" pitchFamily="-111" charset="-128"/>
        </a:defRPr>
      </a:lvl9pPr>
    </p:titleStyle>
    <p:bodyStyle>
      <a:lvl1pPr marL="1111160" indent="-1111160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1pPr>
      <a:lvl2pPr marL="2407327" indent="-926154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2pPr>
      <a:lvl3pPr marL="3704614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3pPr>
      <a:lvl4pPr marL="5185787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4pPr>
      <a:lvl5pPr marL="6668082" indent="-740026" algn="l" defTabSz="1481173" rtl="0" eaLnBrk="0" fontAlgn="base" hangingPunct="0">
        <a:spcBef>
          <a:spcPts val="1624"/>
        </a:spcBef>
        <a:spcAft>
          <a:spcPct val="0"/>
        </a:spcAft>
        <a:buFont typeface="Arial" panose="020B0604020202020204" pitchFamily="34" charset="0"/>
        <a:buChar char="•"/>
        <a:defRPr sz="6780" kern="1200">
          <a:solidFill>
            <a:schemeClr val="tx1"/>
          </a:solidFill>
          <a:latin typeface="Arial"/>
          <a:ea typeface="ＭＳ Ｐゴシック" pitchFamily="-111" charset="-128"/>
          <a:cs typeface="Arial"/>
        </a:defRPr>
      </a:lvl5pPr>
      <a:lvl6pPr marL="8150348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6pPr>
      <a:lvl7pPr marL="9632230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7pPr>
      <a:lvl8pPr marL="11114111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8pPr>
      <a:lvl9pPr marL="12595993" indent="-740940" algn="l" defTabSz="1481882" rtl="0" eaLnBrk="1" latinLnBrk="0" hangingPunct="1">
        <a:spcBef>
          <a:spcPct val="20000"/>
        </a:spcBef>
        <a:buFont typeface="Arial"/>
        <a:buChar char="•"/>
        <a:defRPr sz="64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1pPr>
      <a:lvl2pPr marL="1481882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2pPr>
      <a:lvl3pPr marL="2963763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3pPr>
      <a:lvl4pPr marL="4445644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4pPr>
      <a:lvl5pPr marL="5927526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5pPr>
      <a:lvl6pPr marL="7409408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6pPr>
      <a:lvl7pPr marL="8891289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7pPr>
      <a:lvl8pPr marL="10373171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8pPr>
      <a:lvl9pPr marL="11855052" algn="l" defTabSz="1481882" rtl="0" eaLnBrk="1" latinLnBrk="0" hangingPunct="1">
        <a:defRPr sz="58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kstvak 7"/>
          <p:cNvSpPr txBox="1">
            <a:spLocks noChangeArrowheads="1"/>
          </p:cNvSpPr>
          <p:nvPr/>
        </p:nvSpPr>
        <p:spPr bwMode="auto">
          <a:xfrm>
            <a:off x="10528870" y="2658499"/>
            <a:ext cx="10092497" cy="1067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r" eaLnBrk="1" hangingPunct="1"/>
            <a:r>
              <a:rPr lang="nl-NL" altLang="nl-NL" sz="3249" dirty="0" err="1">
                <a:solidFill>
                  <a:schemeClr val="bg1"/>
                </a:solidFill>
              </a:rPr>
              <a:t>Faculty</a:t>
            </a:r>
            <a:r>
              <a:rPr lang="nl-NL" altLang="nl-NL" sz="3249" dirty="0">
                <a:solidFill>
                  <a:schemeClr val="bg1"/>
                </a:solidFill>
              </a:rPr>
              <a:t> of Engineering Technology, Campus Group 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93C3E51-BAFB-4305-BC1D-47F3C9F8ADD7}"/>
              </a:ext>
            </a:extLst>
          </p:cNvPr>
          <p:cNvSpPr txBox="1"/>
          <p:nvPr/>
        </p:nvSpPr>
        <p:spPr>
          <a:xfrm>
            <a:off x="5741192" y="4598889"/>
            <a:ext cx="9901238" cy="99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Formula1 Race Predictions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21C6AC-E675-4A2D-B099-5459246F9FF0}"/>
              </a:ext>
            </a:extLst>
          </p:cNvPr>
          <p:cNvSpPr txBox="1"/>
          <p:nvPr/>
        </p:nvSpPr>
        <p:spPr>
          <a:xfrm>
            <a:off x="7453040" y="5579477"/>
            <a:ext cx="647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Vivian Tsang &amp; Dario Nucibella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B5E5F6-B34F-46D2-A796-127C437C5B2A}"/>
              </a:ext>
            </a:extLst>
          </p:cNvPr>
          <p:cNvSpPr txBox="1"/>
          <p:nvPr/>
        </p:nvSpPr>
        <p:spPr>
          <a:xfrm>
            <a:off x="761999" y="6931751"/>
            <a:ext cx="91821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Introduction</a:t>
            </a:r>
          </a:p>
          <a:p>
            <a:r>
              <a:rPr lang="en-GB" sz="2400" dirty="0"/>
              <a:t>Formula 1 is a premier motorsport where 20 drivers from 10 teams compete for the World Championship across 25 unique circuits, with points awarded based on the finishing positions.</a:t>
            </a:r>
          </a:p>
          <a:p>
            <a:endParaRPr lang="en-GB" sz="2400" dirty="0"/>
          </a:p>
          <a:p>
            <a:r>
              <a:rPr lang="en-GB" sz="2400" dirty="0"/>
              <a:t>This study uses machine learning to predict race outcomes by applying neural networks and logistic regression to explore the relationship between key features and race results.</a:t>
            </a:r>
          </a:p>
          <a:p>
            <a:endParaRPr lang="en-GB" sz="2400" dirty="0"/>
          </a:p>
          <a:p>
            <a:r>
              <a:rPr lang="en-GB" sz="2400" dirty="0"/>
              <a:t>The goal is to provide deeper insights into F1 dynamics while showcasing the potential of machine learning to optimize team strategies and enhance the fan experience.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E259B-355D-4707-AC59-2018393E4E82}"/>
              </a:ext>
            </a:extLst>
          </p:cNvPr>
          <p:cNvSpPr txBox="1"/>
          <p:nvPr/>
        </p:nvSpPr>
        <p:spPr>
          <a:xfrm>
            <a:off x="762000" y="12076919"/>
            <a:ext cx="9182100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Dataset  and  Features </a:t>
            </a:r>
          </a:p>
          <a:p>
            <a:r>
              <a:rPr lang="en-GB" sz="2400" dirty="0"/>
              <a:t>The Kaggle dataset titled "Formula 1 World Championship (1950 - 2024)" was used, containing data for over 1,000 races across various circuits. The dataset includes a vast number of features such as race results, drivers and circuit data, rankings, etc.</a:t>
            </a:r>
          </a:p>
          <a:p>
            <a:endParaRPr lang="en-GB" sz="2400" dirty="0"/>
          </a:p>
          <a:p>
            <a:r>
              <a:rPr lang="en-GB" sz="2400" dirty="0"/>
              <a:t>Features used: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Circuit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Driver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Constructor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Starting position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Drivers home race (Yes/No)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Constructors home race (Yes/No)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/>
              <a:t>Challenges: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Class Imbalance: A reweighting techniques was applied to balance the classes.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Normalization: Data normalization was necessary for features with inconsistent formatting.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Feature Selection: Manually selected the most pertinent features.</a:t>
            </a:r>
          </a:p>
          <a:p>
            <a:endParaRPr lang="en-US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763F00-970B-45AA-9636-1B4370F14117}"/>
              </a:ext>
            </a:extLst>
          </p:cNvPr>
          <p:cNvSpPr txBox="1"/>
          <p:nvPr/>
        </p:nvSpPr>
        <p:spPr>
          <a:xfrm>
            <a:off x="761999" y="23414992"/>
            <a:ext cx="91821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Methods</a:t>
            </a:r>
            <a:endParaRPr lang="en-US" sz="2800" dirty="0"/>
          </a:p>
          <a:p>
            <a:r>
              <a:rPr lang="en-GB" sz="2400" dirty="0"/>
              <a:t>The models have been used to predict race outcomes: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Networks (Multiclass Classification):</a:t>
            </a:r>
          </a:p>
          <a:p>
            <a:pPr marL="1825122" lvl="1" indent="-342900">
              <a:buFont typeface="Arial" panose="020B0604020202020204" pitchFamily="34" charset="0"/>
              <a:buChar char="•"/>
            </a:pPr>
            <a:r>
              <a:rPr lang="en-GB" sz="2400" dirty="0"/>
              <a:t>4 classes (Win, Podium, Points, No Points)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Networks (Binary Classification):</a:t>
            </a:r>
          </a:p>
          <a:p>
            <a:pPr marL="1825122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 classes (Points, No Points)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Logistic Regression (Binary Classification):</a:t>
            </a:r>
          </a:p>
          <a:p>
            <a:pPr marL="1825122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2 classes (Points, No Points)</a:t>
            </a:r>
          </a:p>
          <a:p>
            <a:endParaRPr lang="en-GB" sz="2400" dirty="0"/>
          </a:p>
          <a:p>
            <a:r>
              <a:rPr lang="en-GB" sz="2400" dirty="0"/>
              <a:t>The training and data test set have been defined as follows: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Training: “Hybrid Era” (2014-2021)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Test: 2021-2023 Championship</a:t>
            </a:r>
          </a:p>
          <a:p>
            <a:r>
              <a:rPr lang="en-GB" sz="2400" dirty="0"/>
              <a:t> </a:t>
            </a:r>
          </a:p>
          <a:p>
            <a:r>
              <a:rPr lang="en-GB" sz="2400" dirty="0"/>
              <a:t>Cross-validation was used on the binary classification models to verify their accuracy across different subsets and minimize overfitting.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88D48-15C5-40DD-A9F3-FC3F05C6C73E}"/>
              </a:ext>
            </a:extLst>
          </p:cNvPr>
          <p:cNvSpPr txBox="1"/>
          <p:nvPr/>
        </p:nvSpPr>
        <p:spPr>
          <a:xfrm>
            <a:off x="11439526" y="6931751"/>
            <a:ext cx="9182100" cy="1529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Results/Discussion</a:t>
            </a:r>
          </a:p>
          <a:p>
            <a:r>
              <a:rPr lang="en-GB" sz="2400" dirty="0"/>
              <a:t>The trained models produced the following results: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Networks (Multiclass Classification):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GB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Neural Networks (Binary Classification):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Logistic Regression (Binary Classification):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b="1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8A11D-47A7-41A1-B0A4-186B29467AA3}"/>
              </a:ext>
            </a:extLst>
          </p:cNvPr>
          <p:cNvSpPr txBox="1"/>
          <p:nvPr/>
        </p:nvSpPr>
        <p:spPr>
          <a:xfrm>
            <a:off x="11435629" y="22306996"/>
            <a:ext cx="9182100" cy="7171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Conclusion/Future  Work</a:t>
            </a:r>
          </a:p>
          <a:p>
            <a:r>
              <a:rPr lang="en-GB" sz="2400" dirty="0"/>
              <a:t>The multiclass neural network was excluded form further analysis due to poor performance, likely from task complexity and limited samples.</a:t>
            </a:r>
          </a:p>
          <a:p>
            <a:endParaRPr lang="en-GB" sz="2400" dirty="0"/>
          </a:p>
          <a:p>
            <a:r>
              <a:rPr lang="en-GB" sz="2400" dirty="0"/>
              <a:t>Both binary models achieved similar accuracies (~72%), with grid position emerging as the most influential feature, indicating potential bias.</a:t>
            </a:r>
          </a:p>
          <a:p>
            <a:endParaRPr lang="en-GB" sz="2400" dirty="0"/>
          </a:p>
          <a:p>
            <a:r>
              <a:rPr lang="en-GB" sz="2400" dirty="0"/>
              <a:t>A training loss of ~0.5 reflects optimization challenges rather than insufficient features. Cross-validation confirmed model stability, consistently maintaining accuracy. </a:t>
            </a:r>
          </a:p>
          <a:p>
            <a:endParaRPr lang="en-GB" sz="2400" dirty="0"/>
          </a:p>
          <a:p>
            <a:r>
              <a:rPr lang="en-GB" sz="2400" dirty="0"/>
              <a:t>The binary models demonstrated the potential of machine learning for predicting race outcomes, the following can be implemented: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Improve accuracy and reduce loss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Incorporate additional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Expand the training 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/>
              <a:t>Refine the Multiclass Classification model</a:t>
            </a:r>
            <a:endParaRPr lang="en-US" sz="24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9CEFA37-3F52-7DE0-A5AC-6852FEAA8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466345"/>
              </p:ext>
            </p:extLst>
          </p:nvPr>
        </p:nvGraphicFramePr>
        <p:xfrm>
          <a:off x="13378135" y="8155092"/>
          <a:ext cx="5297089" cy="2294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4837">
                  <a:extLst>
                    <a:ext uri="{9D8B030D-6E8A-4147-A177-3AD203B41FA5}">
                      <a16:colId xmlns:a16="http://schemas.microsoft.com/office/drawing/2014/main" val="3371954984"/>
                    </a:ext>
                  </a:extLst>
                </a:gridCol>
                <a:gridCol w="1137051">
                  <a:extLst>
                    <a:ext uri="{9D8B030D-6E8A-4147-A177-3AD203B41FA5}">
                      <a16:colId xmlns:a16="http://schemas.microsoft.com/office/drawing/2014/main" val="407805742"/>
                    </a:ext>
                  </a:extLst>
                </a:gridCol>
                <a:gridCol w="1144892">
                  <a:extLst>
                    <a:ext uri="{9D8B030D-6E8A-4147-A177-3AD203B41FA5}">
                      <a16:colId xmlns:a16="http://schemas.microsoft.com/office/drawing/2014/main" val="1128803373"/>
                    </a:ext>
                  </a:extLst>
                </a:gridCol>
                <a:gridCol w="1180309">
                  <a:extLst>
                    <a:ext uri="{9D8B030D-6E8A-4147-A177-3AD203B41FA5}">
                      <a16:colId xmlns:a16="http://schemas.microsoft.com/office/drawing/2014/main" val="1267225291"/>
                    </a:ext>
                  </a:extLst>
                </a:gridCol>
              </a:tblGrid>
              <a:tr h="573539"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Model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Training </a:t>
                      </a:r>
                      <a:r>
                        <a:rPr lang="nl-BE" sz="1400" dirty="0" err="1"/>
                        <a:t>Loss</a:t>
                      </a:r>
                      <a:endParaRPr lang="nl-B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Test </a:t>
                      </a:r>
                      <a:r>
                        <a:rPr lang="nl-BE" sz="1400" dirty="0" err="1"/>
                        <a:t>Accuracy</a:t>
                      </a:r>
                      <a:endParaRPr lang="nl-B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Cross-</a:t>
                      </a:r>
                      <a:r>
                        <a:rPr lang="nl-BE" sz="1400" dirty="0" err="1"/>
                        <a:t>Validation</a:t>
                      </a:r>
                      <a:endParaRPr lang="nl-BE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1568769"/>
                  </a:ext>
                </a:extLst>
              </a:tr>
              <a:tr h="573539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Neural Networks (Multiclass)</a:t>
                      </a:r>
                      <a:endParaRPr lang="nl-B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0.553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54.66%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N.A.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9594263"/>
                  </a:ext>
                </a:extLst>
              </a:tr>
              <a:tr h="573539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Neural Networks (Binary)</a:t>
                      </a:r>
                      <a:endParaRPr lang="nl-B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0.516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72.27%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72.27%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2070892"/>
                  </a:ext>
                </a:extLst>
              </a:tr>
              <a:tr h="573539">
                <a:tc>
                  <a:txBody>
                    <a:bodyPr/>
                    <a:lstStyle/>
                    <a:p>
                      <a:pPr algn="ctr"/>
                      <a:r>
                        <a:rPr lang="en-AU" sz="1400" dirty="0"/>
                        <a:t>Logistic Regression (Binary)</a:t>
                      </a:r>
                      <a:endParaRPr lang="nl-BE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0.584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1400" dirty="0"/>
                        <a:t>72.39%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48188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400" dirty="0"/>
                        <a:t>72.39%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821916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8AAE49B5-7ADC-5FE2-74AE-E3EE433C0AC8}"/>
              </a:ext>
            </a:extLst>
          </p:cNvPr>
          <p:cNvGrpSpPr/>
          <p:nvPr/>
        </p:nvGrpSpPr>
        <p:grpSpPr>
          <a:xfrm>
            <a:off x="2081742" y="20310381"/>
            <a:ext cx="5923748" cy="2445035"/>
            <a:chOff x="-744788" y="26063340"/>
            <a:chExt cx="5923748" cy="244503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2FBE28F-808B-0DD9-6F3B-CC194415C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744788" y="26063340"/>
              <a:ext cx="3001628" cy="2445035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733602DB-E568-2187-DE7C-1D288925FD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7977" y="26063340"/>
              <a:ext cx="2250983" cy="2445035"/>
            </a:xfrm>
            <a:prstGeom prst="rect">
              <a:avLst/>
            </a:prstGeom>
          </p:spPr>
        </p:pic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72D99CD3-D4F8-BEEC-9F91-9691400DE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01746" y="11672589"/>
            <a:ext cx="3293574" cy="2744645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D55B207-786A-80D4-D398-ECB890CD0C26}"/>
              </a:ext>
            </a:extLst>
          </p:cNvPr>
          <p:cNvGrpSpPr/>
          <p:nvPr/>
        </p:nvGrpSpPr>
        <p:grpSpPr>
          <a:xfrm>
            <a:off x="12106044" y="15351959"/>
            <a:ext cx="7841269" cy="2744645"/>
            <a:chOff x="12585309" y="15351961"/>
            <a:chExt cx="7841269" cy="27446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8BA4FD-D93C-EA85-2014-DF869D405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85309" y="15351961"/>
              <a:ext cx="3266855" cy="274464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1E8B7A-6DA4-9BF1-38B6-47EEB3E5A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6047212" y="15351962"/>
              <a:ext cx="4379366" cy="2744644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473F621-EDC5-53E2-6747-CBB0126324D9}"/>
              </a:ext>
            </a:extLst>
          </p:cNvPr>
          <p:cNvGrpSpPr/>
          <p:nvPr/>
        </p:nvGrpSpPr>
        <p:grpSpPr>
          <a:xfrm>
            <a:off x="12106044" y="19031328"/>
            <a:ext cx="7841268" cy="2747719"/>
            <a:chOff x="12106044" y="19031328"/>
            <a:chExt cx="7841268" cy="274771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F655458-5820-80BF-6312-BB0384D1C6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06044" y="19031328"/>
              <a:ext cx="3266854" cy="2744644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0510367-3C11-439F-D705-7E0AF9CC3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567946" y="19031328"/>
              <a:ext cx="4379366" cy="27477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Custom 15 karelblauw">
      <a:dk1>
        <a:srgbClr val="2F4D5D"/>
      </a:dk1>
      <a:lt1>
        <a:srgbClr val="FFFFFF"/>
      </a:lt1>
      <a:dk2>
        <a:srgbClr val="1D8DB0"/>
      </a:dk2>
      <a:lt2>
        <a:srgbClr val="E5EDF4"/>
      </a:lt2>
      <a:accent1>
        <a:srgbClr val="1D8DB0"/>
      </a:accent1>
      <a:accent2>
        <a:srgbClr val="2F4D5D"/>
      </a:accent2>
      <a:accent3>
        <a:srgbClr val="52BDEC"/>
      </a:accent3>
      <a:accent4>
        <a:srgbClr val="466E87"/>
      </a:accent4>
      <a:accent5>
        <a:srgbClr val="E7B037"/>
      </a:accent5>
      <a:accent6>
        <a:srgbClr val="D4D842"/>
      </a:accent6>
      <a:hlink>
        <a:srgbClr val="466E87"/>
      </a:hlink>
      <a:folHlink>
        <a:srgbClr val="1D8DB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494</Words>
  <Application>Microsoft Office PowerPoint</Application>
  <PresentationFormat>Custom</PresentationFormat>
  <Paragraphs>105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Office-thema</vt:lpstr>
      <vt:lpstr>PowerPoint Presentation</vt:lpstr>
    </vt:vector>
  </TitlesOfParts>
  <Company>Altera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 1</dc:title>
  <dc:creator>Admin</dc:creator>
  <cp:lastModifiedBy>Dario Nucibella</cp:lastModifiedBy>
  <cp:revision>59</cp:revision>
  <dcterms:created xsi:type="dcterms:W3CDTF">2009-09-14T08:42:38Z</dcterms:created>
  <dcterms:modified xsi:type="dcterms:W3CDTF">2024-12-09T11:39:58Z</dcterms:modified>
</cp:coreProperties>
</file>